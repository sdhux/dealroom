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Ridgeline Ops Cloud</a:t>
            </a:r>
          </a:p>
          <a:p>
            <a:pPr>
              <a:defRPr sz="2200">
                <a:solidFill>
                  <a:srgbClr val="99F6E4"/>
                </a:solidFill>
              </a:defRPr>
            </a:pPr>
            <a:r>
              <a:t>Operations intelligence for teams that can't afford to find out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Sample deck for the myBivy demo workspace. Ridgeline Software is fictional.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324F"/>
                </a:solidFill>
              </a:defRPr>
            </a:pPr>
            <a:r>
              <a:t>Operations teams find out too 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Data is spread across WMS, MES, ERP, EHR, and spreadsheets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Exceptions surface in next-day reports, after the cost is already incurred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The fix lives in a few experienced people's heads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Custom data projects take quarters, and many 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7C7B"/>
                </a:solidFill>
              </a:defRPr>
            </a:pPr>
            <a:r>
              <a:t>RIDGELINE OPS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324F"/>
                </a:solidFill>
              </a:defRPr>
            </a:pPr>
            <a:r>
              <a:t>What Ops Cloud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Connect: pre-built connectors to the systems you already run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Detect: rules and forecasts that flag exceptions while there's still time to act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Route: the right person gets the alert, with context and a recommended fix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Prove: live dashboards and value reports for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7C7B"/>
                </a:solidFill>
              </a:defRPr>
            </a:pPr>
            <a:r>
              <a:t>RIDGELINE OPS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324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120+ connectors: Manhattan, Blue Yonder, Rockwell, Epicor, Oracle, Epic ADT, Symitar, McLeod and more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Read-only by default; live in weeks with no custom build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Role-based views from line supervisor to COO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Mobile alerts, email, and Teams/Slack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7C7B"/>
                </a:solidFill>
              </a:defRPr>
            </a:pPr>
            <a:r>
              <a:t>RIDGELINE OPS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324F"/>
                </a:solidFill>
              </a:defRPr>
            </a:pPr>
            <a:r>
              <a:t>Results customers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34% fewer carrier chargebacks (regional 3PL)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On-time delivery 88% → 96% (precision manufacturer)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Out-of-stocks 7.8% → 5.1% in a 12-store pilot (specialty retailer)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Discharge-to-departure time down 17% in week one (health system pilot)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7C7B"/>
                </a:solidFill>
              </a:defRPr>
            </a:pPr>
            <a:r>
              <a:t>RIDGELINE OPS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324F"/>
                </a:solidFill>
              </a:defRPr>
            </a:pPr>
            <a:r>
              <a:t>Security and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SOC 2 Type II; HITRUST r2 in progress; BAA available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SSO (SAML/OIDC) and SCIM; U.S.-only data residency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99.9% uptime SLA; annual third-party penetration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7C7B"/>
                </a:solidFill>
              </a:defRPr>
            </a:pPr>
            <a:r>
              <a:t>RIDGELINE OPS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324F"/>
                </a:solidFill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Weeks 1–3: kickoff, requirements, data access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Weeks 3–6: connectors live, rules and dashboards configured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Weeks 6–8: training and go-live</a:t>
            </a:r>
          </a:p>
          <a:p>
            <a:pPr>
              <a:spcAft>
                <a:spcPts val="1400"/>
              </a:spcAft>
              <a:defRPr sz="2200">
                <a:solidFill>
                  <a:srgbClr val="1F2A37"/>
                </a:solidFill>
              </a:defRPr>
            </a:pPr>
            <a:r>
              <a:t>•  Day 30: value review against your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7C7B"/>
                </a:solidFill>
              </a:defRPr>
            </a:pPr>
            <a:r>
              <a:t>RIDGELINE OPS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